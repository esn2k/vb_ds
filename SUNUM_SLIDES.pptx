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Profit Tahmini - SampleSuperstore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VB_DS Veri Bilimi Projesi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74320"/>
            <a:ext cx="1371600" cy="54864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VB_DS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ve Hedef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Hedef degisken: Profit (kar)</a:t>
            </a:r>
          </a:p>
          <a:p>
            <a:pPr/>
            <a:r>
              <a:t>Gorev: regresyon tahmini</a:t>
            </a:r>
          </a:p>
          <a:p>
            <a:pPr/>
            <a:r>
              <a:t>Neden: kar tahmini is planlama ve kampanya kararlarini destekler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 Seti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Dosya: data/raw/SampleSuperstore.csv</a:t>
            </a:r>
          </a:p>
          <a:p>
            <a:pPr/>
            <a:r>
              <a:t>Temel kolonlar: Sales, Profit, Discount, Quantity</a:t>
            </a:r>
          </a:p>
          <a:p>
            <a:pPr/>
            <a:r>
              <a:t>Kategorikler: Category, Sub-Category, Segment, Region, State, City, Ship Mode</a:t>
            </a:r>
          </a:p>
          <a:p>
            <a:pPr/>
            <a:r>
              <a:t>Tarih varsa: Order Date, Ship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Temizleme ve Ozellik Muhendisligi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Sayisal bos degerler median ile dolduruldu</a:t>
            </a:r>
          </a:p>
          <a:p>
            <a:pPr/>
            <a:r>
              <a:t>Kategorikler mod ile dolduruldu; string + trim uygulandi</a:t>
            </a:r>
          </a:p>
          <a:p>
            <a:pPr/>
            <a:r>
              <a:t>Tarih varsa: order_month, order_dayofweek, shipping_delay</a:t>
            </a:r>
          </a:p>
          <a:p>
            <a:pPr/>
            <a:r>
              <a:t>Tarih yoksa: sales_per_item, discounted_sales, is_high_discount</a:t>
            </a:r>
          </a:p>
          <a:p>
            <a:pPr/>
            <a:r>
              <a:t>Profit hedefi icin profit_margin drop edildi (leakage onlemi)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Modelleme Akisi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Pipeline: OneHotEncoder + StandardScaler</a:t>
            </a:r>
          </a:p>
          <a:p>
            <a:pPr/>
            <a:r>
              <a:t>Modeller: LinearRegression (baseline), RandomForestRegressor</a:t>
            </a:r>
          </a:p>
          <a:p>
            <a:pPr/>
            <a:r>
              <a:t>Profit negatif olabilir: hedefe log1p donusumu (gerekirse shift)</a:t>
            </a:r>
          </a:p>
          <a:p>
            <a:pPr/>
            <a:r>
              <a:t>Train/test split: random_state=42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Sonuclari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LinearRegression -&gt; MAE 94.83, RMSE 232.56, R2 -0.115</a:t>
            </a:r>
          </a:p>
          <a:p>
            <a:pPr/>
            <a:r>
              <a:t>RandomForestRegressor -&gt; MAE 42.15, RMSE 156.90, R2 0.492</a:t>
            </a:r>
          </a:p>
          <a:p>
            <a:pPr/>
            <a:r>
              <a:t>Random Forest daha iyi performans verdi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(Top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num__Sales: 0.212</a:t>
            </a:r>
          </a:p>
          <a:p>
            <a:pPr/>
            <a:r>
              <a:t>num__sales_per_item: 0.178</a:t>
            </a:r>
          </a:p>
          <a:p>
            <a:pPr/>
            <a:r>
              <a:t>num__discounted_sales: 0.172</a:t>
            </a:r>
          </a:p>
          <a:p>
            <a:pPr/>
            <a:r>
              <a:t>num__Discount: 0.045</a:t>
            </a:r>
          </a:p>
          <a:p>
            <a:pPr/>
            <a:r>
              <a:t>cat__City_Lancaster: 0.042</a:t>
            </a:r>
          </a:p>
          <a:p>
            <a:pPr/>
            <a:r>
              <a:t>num__Postal Code: 0.038</a:t>
            </a:r>
          </a:p>
          <a:p>
            <a:pPr/>
            <a:r>
              <a:t>En etkili faktorler: Sales, sales_per_item, discounted_sales</a:t>
            </a:r>
          </a:p>
          <a:p>
            <a:pPr/>
            <a:r>
              <a:t>Indirim etkisi belirgin: Discount, is_high_discount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Sonuc ve Kisa Ozet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Linear Regression zayif kaldigi icin R2 negatif cikti</a:t>
            </a:r>
          </a:p>
          <a:p>
            <a:pPr/>
            <a:r>
              <a:t>Random Forest ile MAE dustu ve R2 0.49 seviyesine geldi</a:t>
            </a:r>
          </a:p>
          <a:p>
            <a:pPr/>
            <a:r>
              <a:t>Karlilik iliskileri dogrusal degil; indirim ve kategori etkisi kritik</a:t>
            </a:r>
          </a:p>
          <a:p>
            <a:pPr/>
            <a:r>
              <a:t>15 saniyelik ozet: RF ile MAE 94'ten 42'ye dustu, R2 ~0.49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Sinirlamalar ve Ileri Isler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City/Postal Code overfit riski tasiyabilir</a:t>
            </a:r>
          </a:p>
          <a:p>
            <a:pPr/>
            <a:r>
              <a:t>Hiperparametre aramasi performansi artirabilir</a:t>
            </a:r>
          </a:p>
          <a:p>
            <a:pPr/>
            <a:r>
              <a:t>Kategorik sadelestirme daha genellenebilir sonuc verebilir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Soru - Cevap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R2 neden negatif? -&gt; Lineer model yetersiz kaldi</a:t>
            </a:r>
          </a:p>
          <a:p>
            <a:pPr/>
            <a:r>
              <a:t>Neden Random Forest? -&gt; Dogrusal olmayan iliskileri yakaliyor</a:t>
            </a:r>
          </a:p>
          <a:p>
            <a:pPr/>
            <a:r>
              <a:t>profit_margin neden yok? -&gt; Leakage onlemek icin cikarildi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VB_DS | Profit Tahmini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